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eorgia Pro Bold" panose="020B0604020202020204" charset="0"/>
      <p:regular r:id="rId10"/>
    </p:embeddedFont>
    <p:embeddedFont>
      <p:font typeface="Playfair Display Bold" panose="020B0604020202020204" charset="0"/>
      <p:regular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ww.canva.com/design/DAGxtyftsts/6fqZ41DhxMg5t6t5HWg8vQ/edit?utm_content=DAGxtyftsts&amp;utm_campaign=designshare&amp;utm_medium=link2&amp;utm_source=sharebutton" TargetMode="Externa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14373" y="10021"/>
            <a:ext cx="9807473" cy="1661489"/>
            <a:chOff x="0" y="254706"/>
            <a:chExt cx="13076631" cy="221531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390359"/>
              <a:ext cx="13076631" cy="1945751"/>
              <a:chOff x="0" y="0"/>
              <a:chExt cx="2513299" cy="37396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513299" cy="373969"/>
              </a:xfrm>
              <a:custGeom>
                <a:avLst/>
                <a:gdLst/>
                <a:ahLst/>
                <a:cxnLst/>
                <a:rect l="l" t="t" r="r" b="b"/>
                <a:pathLst>
                  <a:path w="2513299" h="373969">
                    <a:moveTo>
                      <a:pt x="2310099" y="0"/>
                    </a:moveTo>
                    <a:cubicBezTo>
                      <a:pt x="2422323" y="0"/>
                      <a:pt x="2513299" y="83716"/>
                      <a:pt x="2513299" y="186984"/>
                    </a:cubicBezTo>
                    <a:cubicBezTo>
                      <a:pt x="2513299" y="290253"/>
                      <a:pt x="2422323" y="373969"/>
                      <a:pt x="2310099" y="373969"/>
                    </a:cubicBezTo>
                    <a:lnTo>
                      <a:pt x="203200" y="373969"/>
                    </a:lnTo>
                    <a:cubicBezTo>
                      <a:pt x="90976" y="373969"/>
                      <a:pt x="0" y="290253"/>
                      <a:pt x="0" y="186984"/>
                    </a:cubicBezTo>
                    <a:cubicBezTo>
                      <a:pt x="0" y="8371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513299" cy="412069"/>
              </a:xfrm>
              <a:prstGeom prst="rect">
                <a:avLst/>
              </a:prstGeom>
            </p:spPr>
            <p:txBody>
              <a:bodyPr lIns="43263" tIns="43263" rIns="43263" bIns="43263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>
              <a:hlinkClick r:id="rId3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457103" y="254706"/>
              <a:ext cx="1844174" cy="2081404"/>
            </a:xfrm>
            <a:custGeom>
              <a:avLst/>
              <a:gdLst/>
              <a:ahLst/>
              <a:cxnLst/>
              <a:rect l="l" t="t" r="r" b="b"/>
              <a:pathLst>
                <a:path w="1844174" h="2081404">
                  <a:moveTo>
                    <a:pt x="0" y="0"/>
                  </a:moveTo>
                  <a:lnTo>
                    <a:pt x="1844174" y="0"/>
                  </a:lnTo>
                  <a:lnTo>
                    <a:pt x="1844174" y="2081404"/>
                  </a:lnTo>
                  <a:lnTo>
                    <a:pt x="0" y="2081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62" r="-907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2301276" y="569768"/>
              <a:ext cx="3270985" cy="1900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31"/>
                </a:lnSpc>
              </a:pPr>
              <a:r>
                <a:rPr lang="en-US" sz="10923" b="1" spc="-240" dirty="0">
                  <a:solidFill>
                    <a:srgbClr val="004AAD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JCE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82164" y="537170"/>
              <a:ext cx="3029261" cy="49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2"/>
                </a:lnSpc>
              </a:pPr>
              <a:r>
                <a:rPr lang="en-US" sz="2836" b="1" spc="-62" dirty="0">
                  <a:solidFill>
                    <a:srgbClr val="004AAD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JERUSALEM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82164" y="1027345"/>
              <a:ext cx="4585157" cy="334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4"/>
                </a:lnSpc>
              </a:pPr>
              <a:r>
                <a:rPr lang="en-US" sz="1960" b="1" spc="-43">
                  <a:solidFill>
                    <a:srgbClr val="004AAD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COLLEGE OF ENGINEERING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2262" y="1287267"/>
              <a:ext cx="4236650" cy="352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9"/>
                </a:lnSpc>
              </a:pPr>
              <a:r>
                <a:rPr lang="en-US" sz="1592" b="1">
                  <a:solidFill>
                    <a:srgbClr val="004AAD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(An Autonomous Institution)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82164" y="1601635"/>
              <a:ext cx="4317035" cy="3198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431" b="1">
                  <a:solidFill>
                    <a:srgbClr val="004AAD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Pallikaranai, Chennai - 600100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9647913" y="120159"/>
            <a:ext cx="5872718" cy="1450915"/>
          </a:xfrm>
          <a:prstGeom prst="roundRect">
            <a:avLst>
              <a:gd name="adj" fmla="val 50000"/>
            </a:avLst>
          </a:prstGeom>
          <a:blipFill>
            <a:blip r:embed="rId5"/>
            <a:stretch>
              <a:fillRect l="-5870" t="-19044" r="-2355" b="-26637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443908" y="1689384"/>
            <a:ext cx="9400184" cy="583221"/>
          </a:xfrm>
          <a:prstGeom prst="roundRect">
            <a:avLst>
              <a:gd name="adj" fmla="val 50000"/>
            </a:avLst>
          </a:prstGeom>
          <a:blipFill>
            <a:blip r:embed="rId6"/>
            <a:stretch>
              <a:fillRect t="-208719" b="-229778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717502" y="120159"/>
            <a:ext cx="1483211" cy="148321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546147" y="-244863"/>
            <a:ext cx="1825920" cy="2180960"/>
          </a:xfrm>
          <a:custGeom>
            <a:avLst/>
            <a:gdLst/>
            <a:ahLst/>
            <a:cxnLst/>
            <a:rect l="l" t="t" r="r" b="b"/>
            <a:pathLst>
              <a:path w="1825920" h="2180960">
                <a:moveTo>
                  <a:pt x="0" y="0"/>
                </a:moveTo>
                <a:lnTo>
                  <a:pt x="1825920" y="0"/>
                </a:lnTo>
                <a:lnTo>
                  <a:pt x="1825920" y="2180960"/>
                </a:lnTo>
                <a:lnTo>
                  <a:pt x="0" y="2180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940712" y="3733954"/>
            <a:ext cx="3732729" cy="272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</a:t>
            </a:r>
          </a:p>
          <a:p>
            <a:pPr algn="ctr">
              <a:lnSpc>
                <a:spcPts val="5493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493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493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40712" y="2323266"/>
            <a:ext cx="1644253" cy="65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2600" y="6813579"/>
            <a:ext cx="3469488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18415" y="8384653"/>
            <a:ext cx="3164688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40712" y="5239055"/>
            <a:ext cx="1918692" cy="65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096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>
              <a:hlinkClick r:id="rId5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962" r="-907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59523" y="667290"/>
            <a:ext cx="7568953" cy="1638321"/>
            <a:chOff x="0" y="0"/>
            <a:chExt cx="1993469" cy="4314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47648" y="1055285"/>
            <a:ext cx="6392704" cy="75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 OF THE IDEA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096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59523" y="685889"/>
            <a:ext cx="7568953" cy="1638321"/>
            <a:chOff x="0" y="0"/>
            <a:chExt cx="1993469" cy="431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05262" y="1032730"/>
            <a:ext cx="6477476" cy="151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  <a:p>
            <a:pPr algn="ctr">
              <a:lnSpc>
                <a:spcPts val="6019"/>
              </a:lnSpc>
            </a:pPr>
            <a:endParaRPr lang="en-US" sz="42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>
              <a:hlinkClick r:id="rId5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962" r="-907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80045" y="663766"/>
            <a:ext cx="7568953" cy="1638321"/>
            <a:chOff x="0" y="0"/>
            <a:chExt cx="1993469" cy="431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14256" y="986367"/>
            <a:ext cx="7100531" cy="131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  <a:p>
            <a:pPr algn="ctr">
              <a:lnSpc>
                <a:spcPts val="4899"/>
              </a:lnSpc>
            </a:pPr>
            <a:endParaRPr lang="en-US" sz="38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>
              <a:hlinkClick r:id="rId4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62" r="-90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096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59523" y="663766"/>
            <a:ext cx="7568953" cy="1638321"/>
            <a:chOff x="0" y="0"/>
            <a:chExt cx="1993469" cy="431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291381" y="986367"/>
            <a:ext cx="5705237" cy="131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  <a:p>
            <a:pPr algn="ctr">
              <a:lnSpc>
                <a:spcPts val="4899"/>
              </a:lnSpc>
            </a:pPr>
            <a:endParaRPr lang="en-US" sz="38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>
              <a:hlinkClick r:id="rId4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62" r="-90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096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59523" y="618374"/>
            <a:ext cx="7568953" cy="1638321"/>
            <a:chOff x="0" y="0"/>
            <a:chExt cx="1993469" cy="431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06046" y="904875"/>
            <a:ext cx="4771430" cy="81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>
              <a:hlinkClick r:id="rId4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62" r="-90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096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59523" y="618374"/>
            <a:ext cx="7568953" cy="1638321"/>
            <a:chOff x="0" y="0"/>
            <a:chExt cx="1993469" cy="431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69" cy="431492"/>
            </a:xfrm>
            <a:custGeom>
              <a:avLst/>
              <a:gdLst/>
              <a:ahLst/>
              <a:cxnLst/>
              <a:rect l="l" t="t" r="r" b="b"/>
              <a:pathLst>
                <a:path w="1993469" h="431492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79326"/>
                  </a:lnTo>
                  <a:cubicBezTo>
                    <a:pt x="1993469" y="393162"/>
                    <a:pt x="1987973" y="406430"/>
                    <a:pt x="1978190" y="416213"/>
                  </a:cubicBezTo>
                  <a:cubicBezTo>
                    <a:pt x="1968407" y="425996"/>
                    <a:pt x="1955139" y="431492"/>
                    <a:pt x="1941304" y="431492"/>
                  </a:cubicBezTo>
                  <a:lnTo>
                    <a:pt x="52165" y="431492"/>
                  </a:lnTo>
                  <a:cubicBezTo>
                    <a:pt x="23355" y="431492"/>
                    <a:pt x="0" y="408137"/>
                    <a:pt x="0" y="379326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93469" cy="469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52796" y="904875"/>
            <a:ext cx="4982409" cy="81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ALIGNMENT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>
              <a:hlinkClick r:id="rId4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62" r="-90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096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" r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59523" y="644372"/>
            <a:ext cx="7568953" cy="1657715"/>
            <a:chOff x="0" y="0"/>
            <a:chExt cx="1993469" cy="436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69" cy="436600"/>
            </a:xfrm>
            <a:custGeom>
              <a:avLst/>
              <a:gdLst/>
              <a:ahLst/>
              <a:cxnLst/>
              <a:rect l="l" t="t" r="r" b="b"/>
              <a:pathLst>
                <a:path w="1993469" h="436600">
                  <a:moveTo>
                    <a:pt x="52165" y="0"/>
                  </a:moveTo>
                  <a:lnTo>
                    <a:pt x="1941304" y="0"/>
                  </a:lnTo>
                  <a:cubicBezTo>
                    <a:pt x="1970114" y="0"/>
                    <a:pt x="1993469" y="23355"/>
                    <a:pt x="1993469" y="52165"/>
                  </a:cubicBezTo>
                  <a:lnTo>
                    <a:pt x="1993469" y="384434"/>
                  </a:lnTo>
                  <a:cubicBezTo>
                    <a:pt x="1993469" y="398269"/>
                    <a:pt x="1987973" y="411538"/>
                    <a:pt x="1978190" y="421321"/>
                  </a:cubicBezTo>
                  <a:cubicBezTo>
                    <a:pt x="1968407" y="431104"/>
                    <a:pt x="1955139" y="436600"/>
                    <a:pt x="1941304" y="436600"/>
                  </a:cubicBezTo>
                  <a:lnTo>
                    <a:pt x="52165" y="436600"/>
                  </a:lnTo>
                  <a:cubicBezTo>
                    <a:pt x="23355" y="436600"/>
                    <a:pt x="0" y="413245"/>
                    <a:pt x="0" y="384434"/>
                  </a:cubicBezTo>
                  <a:lnTo>
                    <a:pt x="0" y="52165"/>
                  </a:lnTo>
                  <a:cubicBezTo>
                    <a:pt x="0" y="23355"/>
                    <a:pt x="23355" y="0"/>
                    <a:pt x="5216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93469" cy="4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87794" y="923925"/>
            <a:ext cx="6912412" cy="131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  <a:p>
            <a:pPr algn="ctr">
              <a:lnSpc>
                <a:spcPts val="4899"/>
              </a:lnSpc>
            </a:pPr>
            <a:endParaRPr lang="en-US" sz="38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882210"/>
            <a:ext cx="11499652" cy="5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ensure below pointers are met while submitting the Idea PPT: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7841" y="3798516"/>
            <a:ext cx="16600724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Kindly keep the maximum slides limit up to seven (7). ( Including the title slide) 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should avoid lengthy paragraphs and present their ideas using concise points, diagrams, infographics, and relevant pictures.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Idea should be unique and novel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must use only the provided PPT template without modifying the idea details or pointers specified in the template.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8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3338052" y="928158"/>
            <a:ext cx="3476416" cy="1026270"/>
            <a:chOff x="0" y="0"/>
            <a:chExt cx="4635222" cy="136836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635222" cy="1368361"/>
              <a:chOff x="0" y="0"/>
              <a:chExt cx="812800" cy="23994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2399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946">
                    <a:moveTo>
                      <a:pt x="406400" y="0"/>
                    </a:moveTo>
                    <a:cubicBezTo>
                      <a:pt x="181951" y="0"/>
                      <a:pt x="0" y="53714"/>
                      <a:pt x="0" y="119973"/>
                    </a:cubicBezTo>
                    <a:cubicBezTo>
                      <a:pt x="0" y="186232"/>
                      <a:pt x="181951" y="239946"/>
                      <a:pt x="406400" y="239946"/>
                    </a:cubicBezTo>
                    <a:cubicBezTo>
                      <a:pt x="630849" y="239946"/>
                      <a:pt x="812800" y="186232"/>
                      <a:pt x="812800" y="119973"/>
                    </a:cubicBezTo>
                    <a:cubicBezTo>
                      <a:pt x="812800" y="5371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-15605"/>
                <a:ext cx="660400" cy="233056"/>
              </a:xfrm>
              <a:prstGeom prst="rect">
                <a:avLst/>
              </a:prstGeom>
            </p:spPr>
            <p:txBody>
              <a:bodyPr lIns="49049" tIns="49049" rIns="49049" bIns="4904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67930" y="0"/>
              <a:ext cx="3899362" cy="1170652"/>
            </a:xfrm>
            <a:custGeom>
              <a:avLst/>
              <a:gdLst/>
              <a:ahLst/>
              <a:cxnLst/>
              <a:rect l="l" t="t" r="r" b="b"/>
              <a:pathLst>
                <a:path w="3899362" h="1170652">
                  <a:moveTo>
                    <a:pt x="0" y="0"/>
                  </a:moveTo>
                  <a:lnTo>
                    <a:pt x="3899362" y="0"/>
                  </a:lnTo>
                  <a:lnTo>
                    <a:pt x="3899362" y="1170652"/>
                  </a:lnTo>
                  <a:lnTo>
                    <a:pt x="0" y="117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096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190340" y="562573"/>
            <a:ext cx="1757440" cy="1757440"/>
            <a:chOff x="0" y="0"/>
            <a:chExt cx="2343253" cy="2343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43253" cy="2343253"/>
            </a:xfrm>
            <a:custGeom>
              <a:avLst/>
              <a:gdLst/>
              <a:ahLst/>
              <a:cxnLst/>
              <a:rect l="l" t="t" r="r" b="b"/>
              <a:pathLst>
                <a:path w="2343253" h="2343253">
                  <a:moveTo>
                    <a:pt x="0" y="0"/>
                  </a:moveTo>
                  <a:lnTo>
                    <a:pt x="2343253" y="0"/>
                  </a:lnTo>
                  <a:lnTo>
                    <a:pt x="2343253" y="2343253"/>
                  </a:lnTo>
                  <a:lnTo>
                    <a:pt x="0" y="234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>
              <a:hlinkClick r:id="rId5" tooltip="https://www.canva.com/design/DAGxtyftsts/6fqZ41DhxMg5t6t5HWg8vQ/edit?utm_content=DAGxtyftsts&amp;utm_campaign=designshare&amp;utm_medium=link2&amp;utm_source=sharebutton"/>
            </p:cNvPr>
            <p:cNvSpPr/>
            <p:nvPr/>
          </p:nvSpPr>
          <p:spPr>
            <a:xfrm>
              <a:off x="269768" y="153756"/>
              <a:ext cx="1803716" cy="2035742"/>
            </a:xfrm>
            <a:custGeom>
              <a:avLst/>
              <a:gdLst/>
              <a:ahLst/>
              <a:cxnLst/>
              <a:rect l="l" t="t" r="r" b="b"/>
              <a:pathLst>
                <a:path w="1803716" h="2035742">
                  <a:moveTo>
                    <a:pt x="0" y="0"/>
                  </a:moveTo>
                  <a:lnTo>
                    <a:pt x="1803717" y="0"/>
                  </a:lnTo>
                  <a:lnTo>
                    <a:pt x="1803717" y="2035741"/>
                  </a:lnTo>
                  <a:lnTo>
                    <a:pt x="0" y="203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962" r="-907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</Words>
  <Application>Microsoft Office PowerPoint</Application>
  <PresentationFormat>Custom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Georgia Pro Bold</vt:lpstr>
      <vt:lpstr>Times New Roman Bold</vt:lpstr>
      <vt:lpstr>Times New Roman</vt:lpstr>
      <vt:lpstr>Arial</vt:lpstr>
      <vt:lpstr>Playfair Display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PPT Template</dc:title>
  <cp:lastModifiedBy>JANANI S</cp:lastModifiedBy>
  <cp:revision>2</cp:revision>
  <dcterms:created xsi:type="dcterms:W3CDTF">2006-08-16T00:00:00Z</dcterms:created>
  <dcterms:modified xsi:type="dcterms:W3CDTF">2026-09-11T09:25:27Z</dcterms:modified>
  <dc:identifier>DAHUgLPEfRg</dc:identifier>
</cp:coreProperties>
</file>